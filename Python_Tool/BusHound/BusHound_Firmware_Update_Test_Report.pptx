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2560320" cy="320040"/>
          </a:xfrm>
          <a:prstGeom prst="roundRect">
            <a:avLst>
              <a:gd name="adj" fmla="val 42857"/>
            </a:avLst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731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&amp; FUNCTIONAL TEST REPORT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SCSI MCU 韌體更新功能</a:t>
            </a:r>
            <a:endParaRPr lang="en-US" sz="28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單元測試與實際成效驗證報告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全面性單元測試 (84 項全數 PASS)  |  28KB 韌體分塊傳輸  |  CDB Address 自動遞增與狀態確認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2918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單元測試總數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 項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40233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率 100%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697480" y="320040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8920" y="32918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韌體分塊驗證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88920" y="35204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224 塊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788920" y="40233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28,672 Bytes (28KB)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63440" y="320040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32918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 遞增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54880" y="35204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+0x80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754880" y="40233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0x0000 → 0x6F80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629400" y="320040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32918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通訊狀態確認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720840" y="35204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0x00 GOOD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720840" y="40233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同步無阻塞確認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BusHound Storage Debug Tool v2.5  |  執行環境: Windows 10/11 x64  |  測試日期: 2026-08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SUMMARY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651760" y="274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測試總覽與品質保證指標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0" y="4800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MCU Firmware Update Test Report  |  Page 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777240"/>
            <a:ext cx="3749040" cy="3886200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14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測試套件架構分佈 (84/84 PASS)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1325880"/>
            <a:ext cx="338328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39903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test_firmware.py (新增)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37560" y="139903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 項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51560" y="16459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排序/Address計算/CDB組裝/Worker/GUI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914400" y="2103120"/>
            <a:ext cx="338328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217627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test_backend.py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37560" y="217627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項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51560" y="24231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SPTD結構/協定解析/PacketLogger/Lock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914400" y="2880360"/>
            <a:ext cx="338328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295351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test_simulation.py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37560" y="295351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項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51560" y="32004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虛擬硬體端到端/Fault Injection模擬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14400" y="3657600"/>
            <a:ext cx="338328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373075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test_gui.py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37560" y="373075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項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51560" y="3977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1/2/3 介面狀態與事件防呆邏輯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63440" y="777240"/>
            <a:ext cx="3749040" cy="3886200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914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🌟 韌體更新功能核心驗證結論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46320" y="13258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100% 自然排序保證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46320" y="15544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採用 Regex 自然排序演算法，徹底消除 chunk_10 排在 chunk_2 前面之傳統字串排序缺陷。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46320" y="210312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精確 16-bit Address 映射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46320" y="23317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CDB[3] (MSB) 與 CDB[4] (LSB) 每塊精確累加 0x80，224 塊無一偏差（0x0000 → 0x6F80）。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46320" y="28803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嚴謹狀態機與即時中斷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46320" y="31089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逐塊驗證 SCSI Status == 0x00 (GOOD)，遇 Check Condition 立即中斷並抓取 Sense Data。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46320" y="365760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非同步背景工作線程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46320" y="38862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Thread 傳輸不卡死 GUI，所有介面回呼透過 root.after() 保證執行緒安全。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651760" y="274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韌體更新通訊架構與狀態機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0" y="4800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MCU Firmware Update Test Report  |  Page 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822960"/>
            <a:ext cx="182880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96012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0284C7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9601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3716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分塊檔案載入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182880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指定資料夾掃描所有 .bin 檔案，以 natural_sort_key() 排序，校驗 128B 檔案大小。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697480" y="822960"/>
            <a:ext cx="182880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34640" y="96012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2834640" y="9601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34640" y="13716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CDB 模板與地址組裝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34640" y="182880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載入 16-Byte CDB 模板，build_cdb() 動態計算 Address 寫入 CDB[3](高位) 與 CDB[4](低位)。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63440" y="822960"/>
            <a:ext cx="182880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96012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4800600" y="9601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13716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獨佔鎖定與 SPTD 傳輸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182880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透過 FSCTL_LOCK_VOLUME 鎖定磁碟，非同步發送 128-Byte Data-Out 封包至 MCU。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629400" y="822960"/>
            <a:ext cx="182880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66560" y="96012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9601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66560" y="13716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狀態確認與地址累加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66560" y="182880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確認硬體回傳 0x00 (GOOD) 後 Address +0x80 遞增；若遇錯誤立即中斷並解鎖磁碟。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31520" y="3108960"/>
            <a:ext cx="7680960" cy="1554480"/>
          </a:xfrm>
          <a:prstGeom prst="roundRect">
            <a:avLst>
              <a:gd name="adj" fmla="val 588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3200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28KB 韌體傳輸 Address 與 CDB 位元組對應範例 (Chunk Size = 128 Bytes, Increment = +0x80)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474720"/>
          <a:ext cx="7315200" cy="1051560"/>
        </p:xfrm>
        <a:graphic>
          <a:graphicData uri="http://schemas.openxmlformats.org/drawingml/2006/table">
            <a:tbl>
              <a:tblPr/>
              <a:tblGrid>
                <a:gridCol w="822960"/>
                <a:gridCol w="1097280"/>
                <a:gridCol w="1005840"/>
                <a:gridCol w="1097280"/>
                <a:gridCol w="1097280"/>
                <a:gridCol w="1005840"/>
                <a:gridCol w="1188720"/>
              </a:tblGrid>
              <a:tr h="1752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分塊序號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檔案名稱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Address (Hex)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CDB[3] (Addr High)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CDB[4] (Addr Low)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傳輸長度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預期狀態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</a:rPr>
                        <a:t>Chunk 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</a:rPr>
                        <a:t>chunk_0.bin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</a:rPr>
                        <a:t>0x0000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</a:rPr>
                        <a:t>0x00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</a:rPr>
                        <a:t>0x00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</a:rPr>
                        <a:t>128 Bytes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</a:rPr>
                        <a:t>0x00 (GOOD)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</a:rPr>
                        <a:t>Chunk 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</a:rPr>
                        <a:t>chunk_1.bin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</a:rPr>
                        <a:t>0x0080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</a:rPr>
                        <a:t>0x00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</a:rPr>
                        <a:t>0x80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</a:rPr>
                        <a:t>128 Bytes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</a:rPr>
                        <a:t>0x00 (GOOD)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</a:rPr>
                        <a:t>Chunk 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</a:rPr>
                        <a:t>chunk_2.bin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</a:rPr>
                        <a:t>0x0100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</a:rPr>
                        <a:t>0x01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</a:rPr>
                        <a:t>0x00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</a:rPr>
                        <a:t>128 Bytes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</a:rPr>
                        <a:t>0x00 (GOOD)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</a:rPr>
                        <a:t>...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</a:rPr>
                        <a:t>...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</a:rPr>
                        <a:t>...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</a:rPr>
                        <a:t>...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</a:rPr>
                        <a:t>...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</a:rPr>
                        <a:t>128 Bytes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</a:rPr>
                        <a:t>0x00 (GOOD)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</a:rPr>
                        <a:t>Chunk 224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</a:rPr>
                        <a:t>chunk_223.bin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</a:rPr>
                        <a:t>0x6F80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</a:rPr>
                        <a:t>0x6F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</a:rPr>
                        <a:t>0x80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</a:rPr>
                        <a:t>128 Bytes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</a:rPr>
                        <a:t>0x00 (GOOD)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 DEMO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651760" y="274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實際 GUI 介面與韌體更新執行成效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0" y="4800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MCU Firmware Update Test Report  |  Page 4</a:t>
            </a:r>
            <a:endParaRPr lang="en-US" sz="900" dirty="0"/>
          </a:p>
        </p:txBody>
      </p:sp>
      <p:pic>
        <p:nvPicPr>
          <p:cNvPr id="6" name="Image 0" descr="C:\Users\asd55\OneDrive\桌面\code\myGit\codePractice\Python_Tool\BusHound\assets\screenshot_tab4_fw_upd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77240"/>
            <a:ext cx="4754880" cy="3886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23560" y="777240"/>
            <a:ext cx="2788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15000" y="850392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韌體資料夾與統計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715000" y="10972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自動計算 224 個檔案、28,672 Bytes 總長度與 0x7000 預計結束 Address。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623560" y="1737360"/>
            <a:ext cx="2788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15000" y="1810512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16-Byte CDB 模板矩陣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715000" y="20574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直觀編輯 16 格 Hex CDB，B03/B04 標註 Addr H/L，支援 .bin 檔案快速匯入。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623560" y="2697480"/>
            <a:ext cx="2788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15000" y="2770632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即時進度條與狀態列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715000" y="30175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 Progressbar 即時顯示 100.0% 完成進度、耗時 1.48s、結束 Address 0x6F80。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623560" y="3657600"/>
            <a:ext cx="2788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15000" y="3730752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📜 高對比 Terminal Log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715000" y="39776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黑底綠字 Consolas 視窗逐塊列出 Chunk 序號、Address、CDB[3..4] 與回傳狀態。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MATRIX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651760" y="274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韌體模組 43 項單元測試覆蓋矩陣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0" y="4800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MCU Firmware Update Test Report  |  Page 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777240"/>
            <a:ext cx="768096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83210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自然排序 (Natural Sort)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91840" y="832104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項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0" y="83210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基礎數值排序 (chunk_10 &gt; chunk_2)、三位數字、大小寫不敏感、無數字退化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31520" y="1325880"/>
            <a:ext cx="768096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38074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Address 計算與 CDB 組裝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91840" y="1380744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項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0" y="138074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0x0000/0x0080/0x0100/0x6F80/0xFFFF 邊界、224塊序列、保留非Address位元組、回傳新list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31520" y="1874520"/>
            <a:ext cx="768096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192938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CDB 模板載入防呆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91840" y="1929384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項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0" y="192938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list/bytes/bytearray 格式支援、不足 16B 自動補零、超過 16B 安全截斷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31520" y="2423160"/>
            <a:ext cx="768096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247802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分塊資料夾載入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91840" y="2478024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項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14800" y="247802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28KB完整載入、自然排序保證、檔名對應、異常大小警告、空/不存在路徑、非.bin過濾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31520" y="2971800"/>
            <a:ext cx="768096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02666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 Worker Thread 模擬傳輸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291840" y="3026664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項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114800" y="302666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 SPTD 完整傳輸、CHECK CONDITION 立即中斷、Abort 中止、逐塊回呼與CDB驗證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31520" y="3520440"/>
            <a:ext cx="768096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357530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F. GUI Tab 4 元件互動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291840" y="3575304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項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114800" y="357530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Tab4框架存在、16格Entry預設值/清空/讀取/非法Hex轉換、進度條與起始Address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31520" y="4069080"/>
            <a:ext cx="768096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412394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G. 狀態機邊界保護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291840" y="4123944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項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114800" y="412394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未載入 chunks 啟動防呆報錯、初始狀態屬性驗證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&amp; FAULT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651760" y="274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異常攔截與防呆安全機制驗證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0" y="4800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MCU Firmware Update Test Report  |  Page 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777240"/>
            <a:ext cx="76809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886968"/>
            <a:ext cx="731520" cy="219456"/>
          </a:xfrm>
          <a:prstGeom prst="roundRect">
            <a:avLst>
              <a:gd name="adj" fmla="val 20833"/>
            </a:avLst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886968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防呆保護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737360" y="8686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檔案大小異常警告 (Size Mismatch)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116128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當資料夾內混入非 128 Bytes 的分塊（如 64B 或 256B）時：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load_chunks() 會主動標註 ⚠️ 警告圖示與具體檔名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介面標籤以紅色提示工程師確認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避免因損毀檔案寫入錯誤長度導致 MCU 韌體損毀。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14400" y="167335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🧪 驗證單元測試: 已通過 test_abnormal_size_warning, test_oversized_chunk_warning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31520" y="2057400"/>
            <a:ext cx="76809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167128"/>
            <a:ext cx="731520" cy="219456"/>
          </a:xfrm>
          <a:prstGeom prst="roundRect">
            <a:avLst>
              <a:gd name="adj" fmla="val 20833"/>
            </a:avLst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167128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故障保護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737360" y="21488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Check Condition 立即中斷 (Error Halt)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244144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當 MCU 在第 N 塊回傳 0x02 (CHECK CONDITION) 或超時：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傳輸迴圈立即 break 中斷，嚴格停止發送後續封包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自動調用 parse_sense_data() 解析 Sense Key / ASC / ASCQ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於 Terminal 顯示具體錯誤原因並彈窗警告。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14400" y="295351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🧪 驗證單元測試: 已通過 test_check_condition_stops_immediately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31520" y="3337560"/>
            <a:ext cx="76809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3447288"/>
            <a:ext cx="731520" cy="219456"/>
          </a:xfrm>
          <a:prstGeom prst="roundRect">
            <a:avLst>
              <a:gd name="adj" fmla="val 20833"/>
            </a:avLst>
          </a:prstGeom>
          <a:solidFill>
            <a:srgbClr val="0284C7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447288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操作保護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737360" y="34290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使用者手動中止 (User Abort)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372160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傳輸進行中點選 [⏹ 中止更新] 按鈕：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透過 thread-safe threading.Event 觸發 _abort 旗標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於當前 Chunk 完成後優雅退出迴圈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finally 區塊無條件執行 unlock_drive 與 close_drive 釋放鎖。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14400" y="423367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🧪 驗證單元測試: 已通過 test_abort_stops_transmission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65176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專案總結與成果交付清單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960120"/>
            <a:ext cx="7680960" cy="749808"/>
          </a:xfrm>
          <a:prstGeom prst="roundRect">
            <a:avLst>
              <a:gd name="adj" fmla="val 1219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0332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獨立模組化後端引擎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217920" y="103327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已整合完畢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1280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src/firmware_updater.py 提供 FirmwareUpdateEngine 類別，支援自然排序載入、Address 動態組裝、Worker Thread 非同步傳輸與狀態確認。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31520" y="1828800"/>
            <a:ext cx="7680960" cy="749808"/>
          </a:xfrm>
          <a:prstGeom prst="roundRect">
            <a:avLst>
              <a:gd name="adj" fmla="val 1219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90195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專屬前端操作介面 (Tab 4)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0" y="19019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已完成發布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2148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src/BusHound.py 新增「MCU FW Update」獨立分頁，包含資料夾統計、16格CDB模板、起始Address、進度條與黑底綠字Terminal Log。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31520" y="2697480"/>
            <a:ext cx="7680960" cy="749808"/>
          </a:xfrm>
          <a:prstGeom prst="roundRect">
            <a:avLst>
              <a:gd name="adj" fmla="val 1219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77063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全面性單元測試套件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277063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84/84 PASS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tests/test_firmware.py 涵蓋 43 項測試，全專案累積 84/84 項測試全數通過（PASS 率 100%）。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31520" y="3566160"/>
            <a:ext cx="7680960" cy="749808"/>
          </a:xfrm>
          <a:prstGeom prst="roundRect">
            <a:avLst>
              <a:gd name="adj" fmla="val 1219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63931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無黑視窗執行檔封裝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363931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7z 更新完畢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14400" y="3886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透過 PyInstaller 封裝為乾淨之 dist/BusHound.exe 並更新 BusHound.7z，支援 Windows 雙擊無 CMD 執行。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BusHound Storage Tool  |  Antigravity Quality Assurance Verified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2026-08-16T15:55:29Z</dcterms:created>
  <dcterms:modified xsi:type="dcterms:W3CDTF">2026-08-16T15:55:29Z</dcterms:modified>
</cp:coreProperties>
</file>