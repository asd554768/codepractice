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7680960" cy="384048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2286000" cy="320040"/>
          </a:xfrm>
          <a:prstGeom prst="roundRect">
            <a:avLst>
              <a:gd name="adj" fmla="val 42857"/>
            </a:avLst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DEBUG TOOL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BusHound Python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系統操作與圖文手冊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SCSI Pass-Through (SPTD) 與 64-Byte VUC 特權指令深度除錯工具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29184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364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原生 Win32 直通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88720" y="36393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IOCTL_SCSI_PASS_THROUGH 免安裝驅動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74720" y="329184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3364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獨佔保護與解鎖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0" y="36393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FSCTL_LOCK + AP_Key 3-step 序列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52160" y="329184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3364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即時封包解析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0" y="36393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CDB / Sense Key / Hexdump 全紀錄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系統架構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6888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模組職責劃分與 3 大核心分頁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4800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BusHound Tool Guide  |  Page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822960"/>
            <a:ext cx="3657600" cy="38404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005840"/>
            <a:ext cx="3291840" cy="347472"/>
          </a:xfrm>
          <a:prstGeom prst="roundRect">
            <a:avLst>
              <a:gd name="adj" fmla="val 26316"/>
            </a:avLst>
          </a:prstGeom>
          <a:solidFill>
            <a:srgbClr val="E0F2F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05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前端介面層 (src/BusHound.py)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Header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：實體磁碟動態掃描與選擇下拉清單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Tab 1 (16-Byte SCSI)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：標準 CDB 編輯、長度輸入、Data-In/Out 載入與 Hexdump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Tab 2 (64-Byte VUC)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：AP_Key 認證序列、獨佔鎖定切換與長度自動計算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Tab 3 (Packet Sniffer)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：即時封包表格監聽、Hexdump 檢視與 CSV 匯出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UAC 自提權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：啟動時自動檢查 Admin 並以 runas 提權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3657600" cy="38404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005840"/>
            <a:ext cx="3291840" cy="347472"/>
          </a:xfrm>
          <a:prstGeom prst="roundRect">
            <a:avLst>
              <a:gd name="adj" fmla="val 26316"/>
            </a:avLst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05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後端核心引擎 (src/backend_storage.py)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0" y="150876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SPTD 通訊核心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：64-bit 自然 8-byte 對齊 (56B) SPTD_WITH_SENSE 結構體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磁碟安全控制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：CreateFileW 握柄管理與 FSCTL_LOCK_VOLUME 獨佔鎖定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協定智能解析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：標準 SCSI Opcode、VUC 0x06 特殊序列與 18B Sense Key/ASC/ASCQ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PacketLogger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：Thread-safe 封包歷程記錄、即時 Callback 與 CSV 匯出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快速上手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6888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系統啟動與目標磁碟配置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4800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BusHound Tool Guide  |  Page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pic>
        <p:nvPicPr>
          <p:cNvPr id="7" name="Image 0" descr="C:\Users\asd55\OneDrive\桌面\code\myGit\codePractice\Python_Tool\BusHound\assets\screenshot_hea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868680"/>
            <a:ext cx="7498080" cy="868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2011680"/>
            <a:ext cx="2423160" cy="2651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2148840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148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68680" y="2468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管理員提權啟動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28346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雙擊 BusHound.exe 啟動，系統自動彈出 Windows UAC 提權確認，點擊「是」進入無黑視窗 GUI 介面。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83280" y="2011680"/>
            <a:ext cx="2423160" cy="2651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0440" y="2148840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E0F2FE"/>
          </a:solidFill>
          <a:ln/>
        </p:spPr>
      </p:sp>
      <p:sp>
        <p:nvSpPr>
          <p:cNvPr id="15" name="Text 12"/>
          <p:cNvSpPr/>
          <p:nvPr/>
        </p:nvSpPr>
        <p:spPr>
          <a:xfrm>
            <a:off x="3520440" y="2148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520440" y="2468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自動/手動掃描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520440" y="28346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啟動時自動透過 PowerShell CIM 掃描硬碟；若熱插拔外接裝置，點擊頂部「🔄 Rescan」即時重新整理清單。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35040" y="2011680"/>
            <a:ext cx="2423160" cy="2651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72200" y="2148840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/>
        </p:spPr>
      </p:sp>
      <p:sp>
        <p:nvSpPr>
          <p:cNvPr id="20" name="Text 17"/>
          <p:cNvSpPr/>
          <p:nvPr/>
        </p:nvSpPr>
        <p:spPr>
          <a:xfrm>
            <a:off x="6172200" y="2148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172200" y="2468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選定目標裝置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172200" y="28346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由下拉選單選取待測硬碟（顯示磁碟編號與完整型號，如 PhysicalDrive1 - CT500MX500SSD1）。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1 操作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6888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 16-Byte SCSI 指令操作與實際畫面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4800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BusHound Tool Guide  |  Page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3749040" cy="3886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指令配置 4 步驟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261872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3167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選擇傳輸方向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24128" y="15179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選取 Data In (讀取) / Data Out (寫入) / No Data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4400" y="201168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0665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設定 16-Byte CDB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2267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16 格矩陣輸入 Hex 或點擊「載入 CDB .bin」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2816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設定傳輸長度與 Buffer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 Bytes 數；若為 Data Out 可載入 .bin 檔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14400" y="3511296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執行與結果解析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" y="3767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點擊「EXECUTE SCSI CMD」發送；終端即時顯示 Opcode、狀態碼與 Hexdump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777240"/>
            <a:ext cx="3749040" cy="3886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868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實際操作畫面 (INQUIRY 0x12 執行結果)</a:t>
            </a:r>
            <a:endParaRPr lang="en-US" sz="1000" dirty="0"/>
          </a:p>
        </p:txBody>
      </p:sp>
      <p:pic>
        <p:nvPicPr>
          <p:cNvPr id="22" name="Image 0" descr="C:\Users\asd55\OneDrive\桌面\code\myGit\codePractice\Python_Tool\BusHound\assets\screenshot_tab1_scs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143000"/>
            <a:ext cx="356616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2 操作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6888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AP_Key 特權解鎖與 64-Byte VUC 實際畫面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4800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BusHound Tool Guide  |  Page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3749040" cy="3886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特權解鎖與 3 階段通訊流程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261872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307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AP_KEY 3-Step 解鎖認證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24128" y="14996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勾選後自動搜尋 AP_Key/ap_key.bin，發送 0xFE 0xC0 (送金鑰) -&gt; 0xC1 (觸發) -&gt; 0xC3 (讀取狀態)。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14400" y="2066544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1122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Lock Device 獨佔防干擾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24128" y="23042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 Windows FSCTL_LOCK_VOLUME 獨佔鎖定磁碟，防止 OS 背景 I/O 破壞特權模式。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" y="2871216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29169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64-Byte VUC 傳輸序列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24128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1 (0xC0): 送 64B Payload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2 (0xC1/C2): 傳輸 Data-In/Out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3 (0xC3): 讀取韌體執行狀態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4400" y="367588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721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長度自動計算與安全上限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24128" y="3913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Offset 40~43 自動解析長度 (raw*4)，超大長度 (&gt;256MB) 自動安全攔截。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777240"/>
            <a:ext cx="3749040" cy="3886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868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實際操作畫面 (64-Byte VUC 與 AP_Key 執行)</a:t>
            </a:r>
            <a:endParaRPr lang="en-US" sz="1000" dirty="0"/>
          </a:p>
        </p:txBody>
      </p:sp>
      <p:pic>
        <p:nvPicPr>
          <p:cNvPr id="22" name="Image 0" descr="C:\Users\asd55\OneDrive\桌面\code\myGit\codePractice\Python_Tool\BusHound\assets\screenshot_tab2_vu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143000"/>
            <a:ext cx="356616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3 操作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6888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即時封包監控與 Payload 詳細檢視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4800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BusHound Tool Guide  |  Page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3749040" cy="3886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封包監聽與檢視 4 大亮點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261872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307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全域自動監控與標籤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24128" y="14996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1 與 Tab 2 執行的所有指令自動錄製；以綠色 (Data-In)、橘色 (Data-Out) 與紅色 (Error) 標示方向與狀態。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14400" y="2066544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1122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毫秒級延遲與狀態分析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24128" y="23042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精確記錄時間戳記 (HH:MM:SS.mmm)、傳輸 Bytes 數、SCSI Status 及硬體回應延遲 (ms)。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" y="2871216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29169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點選檢視 CDB 與 Hexdump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24128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點選上方任意封包，下方 Inspector 自動呈現完整 16-Byte CDB、Sense Data 解析與綠底高對比 Hexdump。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4400" y="367588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721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CSV 匯出與 Payload 另存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24128" y="3913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支援一鍵「💾 匯出 CSV」完整記錄；點選特定封包可「💾 另存 Payload (.bin)」二進位檔案。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777240"/>
            <a:ext cx="3749040" cy="3886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868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實際操作畫面 (Packet Sniffer &amp; Inspector)</a:t>
            </a:r>
            <a:endParaRPr lang="en-US" sz="1000" dirty="0"/>
          </a:p>
        </p:txBody>
      </p:sp>
      <p:pic>
        <p:nvPicPr>
          <p:cNvPr id="22" name="Image 0" descr="C:\Users\asd55\OneDrive\桌面\code\myGit\codePractice\Python_Tool\BusHound\assets\screenshot_tab3_sniff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143000"/>
            <a:ext cx="356616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錯誤排查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6888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SCSI 狀態碼與 Sense Data 解析指引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4800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BusHound Tool Guide  |  Page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2423160" cy="9144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868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0x00 : GOOD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指令成功執行完成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777240"/>
            <a:ext cx="2423160" cy="9144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868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0x02 : CHECK CONDITION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188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裝置回傳錯誤，需解析 Sense 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777240"/>
            <a:ext cx="242316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868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0x08 : BUSY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1188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硬體忙碌，請重試或增加逾時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1874520"/>
            <a:ext cx="7680960" cy="27889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常見 Sense Key 與排除建議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0x02 NOT READY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原因: 裝置尚未就緒或處於睡眠模式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76072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處置: 發送 START STOP UNIT (0x1B) 喚醒磁碟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" y="29077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0x05 ILLEGAL REQUEST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08960" y="2907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原因: CDB 欄位無效、LBA 超出範圍或未解鎖特權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760720" y="29077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處置: 確認 AP_Key 是否先認證成功；檢查傳輸長度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0" y="34381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0x06 UNIT ATTENTION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08960" y="34381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原因: 裝置剛經歷重置 (Power-on Reset) 或匯流排重置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760720" y="34381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處置: 重新發送一次相同指令即可清除此條件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14400" y="39684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0x07 DATA PROTECT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08960" y="39684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原因: 磁碟處於防寫狀態 (Write-Protected)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760720" y="39684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處置: 檢查硬碟開關或解除韌體唯讀保護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工程維護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6888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架構規範、41 項測試與 PyInstaller 打包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4800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BusHound Tool Guide  |  Page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3749040" cy="3886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強制測試規範 (41 Tests PASS)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所有程式更新均須通過全套測試：
</a:t>
            </a:r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tests/test_backend.py (23 項)
</a:t>
            </a:r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- 64-bit SPTD (56B) 自然對齊與 IOCTL
  - PacketLogger、CDB/Sense 解析與 CSV
</a:t>
            </a:r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tests/test_gui.py (8 項)
</a:t>
            </a:r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Tab 1 / Tab 2 矩陣清空與安全長度
  - Tab 3 Sniffer 開關、選取與 CSV 匯出
</a:t>
            </a:r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tests/test_simulation.py (10 項)
</a:t>
            </a:r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虛擬硬碟 LBA 讀寫迴圈與故障注入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914400" y="397764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unittest discover -s tests -p "test_*.py"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3749040" cy="3886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60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一鍵發布為無黑視窗 EXE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發布時使用 PyInstaller 封裝為單一可執行檔：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--onefile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：打包為獨立 BusHound.exe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--windowed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：抑制背景 CMD 黑視窗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--paths src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：將 backend_storage.py 納入打包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部署結構：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只需複製 BusHound.exe 與 AP_Key/ap_key.bin 即可於任意 Windows 10/11 運作。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397764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pyinstaller --onefile --windowed --paths src --name BusHound src/BusHound.py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680960" cy="402336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777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BusHound 操作快速指引 (Cheat-Sheet)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481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權限第一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17556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SPTD 必須使用 Admin 權限，若未提權將無法開啟 PhysicalDrive 握柄。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481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謹慎寫入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7556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Out 與寫入指令將直接改寫磁碟 Sector，測試前務必確認 Target Drive 編號。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7280" y="260604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7157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善用鎖定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9900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執行特權 VUC 或連續通訊時，務必勾選 Lock Device 避免 Windows OS 背景干擾。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60604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7157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封包監控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9900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3 自動錄製所有自發指令，支援毫秒延遲分析、Hexdump 檢視與 CSV 匯出。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97280" y="3977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BusHound Python Storage Debug Tool  •  Ready for Production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2026-08-15T17:46:54Z</dcterms:created>
  <dcterms:modified xsi:type="dcterms:W3CDTF">2026-08-15T17:46:54Z</dcterms:modified>
</cp:coreProperties>
</file>